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47"/>
    <p:restoredTop sz="94658"/>
  </p:normalViewPr>
  <p:slideViewPr>
    <p:cSldViewPr snapToGrid="0">
      <p:cViewPr varScale="1">
        <p:scale>
          <a:sx n="90" d="100"/>
          <a:sy n="90" d="100"/>
        </p:scale>
        <p:origin x="216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364DE-399D-2D4D-9A7F-9CFC9242FF56}" type="datetimeFigureOut">
              <a:rPr lang="en-US" smtClean="0"/>
              <a:t>8/15/26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E744F7-269E-5C4B-85B0-2F0F8F484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6902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44F7-269E-5C4B-85B0-2F0F8F48427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943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39801-D4C9-7C19-8D38-B222FC627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7EC06-95C6-574F-72D8-D3B7E816D1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56D193-07FC-B972-27A5-8484AD778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542D8-804F-2342-8680-34D53F03E4DA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0C1C73-1206-ED1C-496A-931D7BDF1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1A695-9CAD-A890-19B9-4AFC549E2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E9073-4F7D-3049-8460-9E5D19291B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562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DA940-4071-3513-696F-6642959B0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A53FC-D246-165A-A429-F61AC5ECE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8F99D-17EE-FD8C-A9A6-29ED1157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542D8-804F-2342-8680-34D53F03E4DA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07C525-7D21-D98C-6195-4050F4FE6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DEEFA-AECF-6AC3-24FC-5D079A4C5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E9073-4F7D-3049-8460-9E5D19291B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312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F5B8E-8065-5D6B-8478-FEAB7C5BA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B53A02-9589-B7C5-229D-EC7C22BCE2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7BE75-F4D7-4B4B-8EFB-BFE0B862F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542D8-804F-2342-8680-34D53F03E4DA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CF511D-D304-C689-8324-C6FA08293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2A1A9-726A-864F-A94C-4A1674E6E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E9073-4F7D-3049-8460-9E5D19291B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9247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C73C8-9E88-D51A-41B9-CAD61BE3A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513145-E3D6-D06E-B69B-0FE54E4AB3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D4485E-3290-31AB-ECF2-6056CB45C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CFA2D0-39FD-AA9A-254C-C5750C5ED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542D8-804F-2342-8680-34D53F03E4DA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6C8BD9-5CB0-25C5-2844-54912CDC0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BCBCEB-05D8-73A3-8993-15849C819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E9073-4F7D-3049-8460-9E5D19291B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971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928C1-732F-64A7-217D-3FF4928C1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69095A-7158-290C-9A76-13B3F7155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75BE9E-CE67-EE73-924D-F932A6A3E5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B0C186-273E-D957-EB97-B482F694AE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C5FA7E-7A32-21E0-4256-7B47428F33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351965-8965-42F7-EA9A-88BC21CA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542D8-804F-2342-8680-34D53F03E4DA}" type="datetimeFigureOut">
              <a:rPr lang="en-US" smtClean="0"/>
              <a:t>8/15/26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AEF0BD-BD8E-5C8C-920B-59CEA4A9F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B579AD-1BC9-CC2D-CF00-DB6C4AD66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E9073-4F7D-3049-8460-9E5D19291B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844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6BC3B-4619-6751-62C6-7F8CB41AB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48F423-D8D4-B21E-93E2-58843A2DA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542D8-804F-2342-8680-34D53F03E4DA}" type="datetimeFigureOut">
              <a:rPr lang="en-US" smtClean="0"/>
              <a:t>8/15/26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83A1F5-2B50-A386-FB1A-8732FBF53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3EFDA-C0C0-DAAF-AFE0-4FB61733F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E9073-4F7D-3049-8460-9E5D19291B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31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65E945-E80D-68F5-72DC-279A390AA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542D8-804F-2342-8680-34D53F03E4DA}" type="datetimeFigureOut">
              <a:rPr lang="en-US" smtClean="0"/>
              <a:t>8/15/26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690AFF-0797-63AC-1DC6-3B485DD20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47B48-0AAA-26D7-57F4-C44AF4BD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E9073-4F7D-3049-8460-9E5D19291B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26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72A1B-F8E7-E158-690A-AD4467517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396F1A-DDE2-DDBB-24F8-44AE5CF75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45DF1F-9642-7475-F8A6-6EF11CD687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AFE1F6-FFED-D8FD-D45D-678B7F0FD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542D8-804F-2342-8680-34D53F03E4DA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21CE97-D5A9-044C-672E-5CD0B9DBD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BD6030-B405-A661-6AB4-41DB7CC81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E9073-4F7D-3049-8460-9E5D19291B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02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76104-596D-C14C-1786-083A1197B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4F8AC5-5650-DB43-DA27-73E22B25FF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1A9C0-A529-D953-68FA-EBD47ACE2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BF0471-2A8F-AD0B-5812-3700CB072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542D8-804F-2342-8680-34D53F03E4DA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E79417-A10E-3D5E-6652-4D0522612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C3111-5A06-303A-5264-0A15CD42B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E9073-4F7D-3049-8460-9E5D19291B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737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51F5E-1513-02D6-72F8-076BEE48F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0E0ACD-6D62-0B32-720A-03827863B2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C8F58-8415-B12A-30CB-6B97D1B62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542D8-804F-2342-8680-34D53F03E4DA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96702-B155-3DFB-61EE-414E22A95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6B3C76-446A-A3B3-8A79-56E2E7305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E9073-4F7D-3049-8460-9E5D19291B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057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C573E8-44C2-3551-9111-44110CEF24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BDA0BB-C29F-18EB-5810-6DFF951FB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9924D-DC10-8A96-C002-9F8C8C9B0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542D8-804F-2342-8680-34D53F03E4DA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E6A2B-5BBB-1DD1-035B-8419AE4AF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6EBCE-BFBA-7833-6249-1D16A97CD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2E9073-4F7D-3049-8460-9E5D19291B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575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F183BF-C72A-B678-65A4-EE614AB7D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74DA44-DD6A-1EEA-C8DC-382D0AFA4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EA8062-38D0-A93C-1587-50ECF1D7A0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5542D8-804F-2342-8680-34D53F03E4DA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451F0-C5DB-2CE5-3914-A8CEC8A7FE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477A15-C1E4-5936-D9F2-610AB6F831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2E9073-4F7D-3049-8460-9E5D19291B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332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94200-2830-8EA1-6905-F7311F29AF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B647B9-8267-FB05-725A-F92A4D8DC9A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018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6ECEBD2D-7471-5870-3686-BC4057C7A3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319" r="24178"/>
          <a:stretch>
            <a:fillRect/>
          </a:stretch>
        </p:blipFill>
        <p:spPr>
          <a:xfrm>
            <a:off x="5552139" y="182562"/>
            <a:ext cx="6096000" cy="64928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270D12-02AB-CCA5-6B16-ED943D17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39" y="324784"/>
            <a:ext cx="10515600" cy="1325563"/>
          </a:xfrm>
        </p:spPr>
        <p:txBody>
          <a:bodyPr/>
          <a:lstStyle/>
          <a:p>
            <a:r>
              <a:rPr lang="en-US" dirty="0" err="1"/>
              <a:t>EpiGen</a:t>
            </a:r>
            <a:r>
              <a:rPr lang="en-US" dirty="0"/>
              <a:t>: the Goal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386125-9143-11BC-1602-FBA4A4FBB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4339" y="1987223"/>
            <a:ext cx="5257800" cy="4351338"/>
          </a:xfrm>
        </p:spPr>
        <p:txBody>
          <a:bodyPr>
            <a:normAutofit/>
          </a:bodyPr>
          <a:lstStyle/>
          <a:p>
            <a:r>
              <a:rPr lang="en-US" sz="2400" dirty="0"/>
              <a:t>Given </a:t>
            </a:r>
          </a:p>
          <a:p>
            <a:pPr lvl="1"/>
            <a:r>
              <a:rPr lang="en-US" dirty="0"/>
              <a:t>A protein</a:t>
            </a:r>
          </a:p>
          <a:p>
            <a:pPr lvl="1"/>
            <a:r>
              <a:rPr lang="en-US" dirty="0"/>
              <a:t>An edit (</a:t>
            </a:r>
            <a:r>
              <a:rPr lang="en-US" dirty="0" err="1"/>
              <a:t>ie</a:t>
            </a:r>
            <a:r>
              <a:rPr lang="en-US" dirty="0"/>
              <a:t> subs XXX-&gt;WHS)</a:t>
            </a:r>
          </a:p>
          <a:p>
            <a:r>
              <a:rPr lang="en-US" sz="2400" dirty="0"/>
              <a:t>Most mutations are deleterious!</a:t>
            </a:r>
          </a:p>
          <a:p>
            <a:r>
              <a:rPr lang="en-US" sz="2400" dirty="0"/>
              <a:t>Find compensatory mutations to</a:t>
            </a:r>
            <a:br>
              <a:rPr lang="en-US" sz="2400" dirty="0"/>
            </a:br>
            <a:r>
              <a:rPr lang="en-US" sz="2400" dirty="0"/>
              <a:t>lock the edit in!</a:t>
            </a:r>
          </a:p>
          <a:p>
            <a:r>
              <a:rPr lang="en-US" sz="2400" dirty="0"/>
              <a:t>Why?</a:t>
            </a:r>
          </a:p>
          <a:p>
            <a:r>
              <a:rPr lang="en-US" sz="2400" dirty="0"/>
              <a:t>@</a:t>
            </a:r>
            <a:r>
              <a:rPr lang="en-US" sz="2400" dirty="0" err="1"/>
              <a:t>AndinoLab</a:t>
            </a:r>
            <a:r>
              <a:rPr lang="en-US" sz="2400" dirty="0"/>
              <a:t>: engineer loss</a:t>
            </a:r>
            <a:br>
              <a:rPr lang="en-US" sz="2400" dirty="0"/>
            </a:br>
            <a:r>
              <a:rPr lang="en-US" sz="2400" dirty="0"/>
              <a:t>of function in viruses to create new vaccines. </a:t>
            </a:r>
            <a:br>
              <a:rPr lang="en-US" sz="2400" dirty="0"/>
            </a:br>
            <a:r>
              <a:rPr lang="en-US" sz="2400" dirty="0"/>
              <a:t>Talk to me if you’re interested!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89D664-0316-AFFA-C216-C75CDE56D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9604" y="2837329"/>
            <a:ext cx="4020671" cy="4020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864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BC93D44-44BE-1E49-BDCA-DD287565D0E5}">
  <we:reference id="b0430364-2ab6-47cd-907e-f8b72239b204" version="4.13.31.0" store="EXCatalog" storeType="EXCatalog"/>
  <we:alternateReferences>
    <we:reference id="WA200000729" version="4.13.31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57</Words>
  <Application>Microsoft Macintosh PowerPoint</Application>
  <PresentationFormat>Widescreen</PresentationFormat>
  <Paragraphs>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EpiGen: the Goal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Trimcev, Denny</dc:creator>
  <cp:lastModifiedBy>Trimcev, Denny</cp:lastModifiedBy>
  <cp:revision>1</cp:revision>
  <dcterms:created xsi:type="dcterms:W3CDTF">2026-08-16T06:29:55Z</dcterms:created>
  <dcterms:modified xsi:type="dcterms:W3CDTF">2026-08-16T06:58:17Z</dcterms:modified>
</cp:coreProperties>
</file>